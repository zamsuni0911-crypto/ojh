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9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051560"/>
            <a:ext cx="3749040" cy="4754880"/>
          </a:xfrm>
          <a:prstGeom prst="roundRect">
            <a:avLst>
              <a:gd name="adj" fmla="val 1220"/>
            </a:avLst>
          </a:prstGeom>
          <a:solidFill>
            <a:srgbClr val="17456B"/>
          </a:solidFill>
          <a:ln w="15875">
            <a:solidFill>
              <a:srgbClr val="3E6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1874520"/>
            <a:ext cx="3749040" cy="0"/>
          </a:xfrm>
          <a:prstGeom prst="line">
            <a:avLst/>
          </a:prstGeom>
          <a:noFill/>
          <a:ln w="9525">
            <a:solidFill>
              <a:srgbClr val="3E6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1051560"/>
            <a:ext cx="0" cy="4754880"/>
          </a:xfrm>
          <a:prstGeom prst="line">
            <a:avLst/>
          </a:prstGeom>
          <a:noFill/>
          <a:ln w="9525">
            <a:solidFill>
              <a:srgbClr val="3E6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5212080"/>
            <a:ext cx="3108960" cy="-2377440"/>
          </a:xfrm>
          <a:prstGeom prst="line">
            <a:avLst/>
          </a:prstGeom>
          <a:noFill/>
          <a:ln w="15875">
            <a:solidFill>
              <a:srgbClr val="F2B70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81160" y="3246120"/>
            <a:ext cx="822960" cy="822960"/>
          </a:xfrm>
          <a:prstGeom prst="ellipse">
            <a:avLst/>
          </a:prstGeom>
          <a:ln w="15875">
            <a:solidFill>
              <a:srgbClr val="F2B70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01000" y="5257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6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DWG  ·  DXF  ·  DWT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488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 뷰어 사용 안내서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3375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캐드 프로그램 없이, 인터넷 없이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 파일(DWG·DXF·DWT)을 열어보는 프로그램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" y="4709160"/>
            <a:ext cx="1627632" cy="457200"/>
          </a:xfrm>
          <a:prstGeom prst="roundRect">
            <a:avLst>
              <a:gd name="adj" fmla="val 50000"/>
            </a:avLst>
          </a:prstGeom>
          <a:ln w="12700">
            <a:solidFill>
              <a:srgbClr val="F2B70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47091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필요 없음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69464" y="4709160"/>
            <a:ext cx="1773936" cy="457200"/>
          </a:xfrm>
          <a:prstGeom prst="roundRect">
            <a:avLst>
              <a:gd name="adj" fmla="val 50000"/>
            </a:avLst>
          </a:prstGeom>
          <a:ln w="12700">
            <a:solidFill>
              <a:srgbClr val="F2B70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9464" y="470916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필요 없음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4709160"/>
            <a:ext cx="2212848" cy="457200"/>
          </a:xfrm>
          <a:prstGeom prst="roundRect">
            <a:avLst>
              <a:gd name="adj" fmla="val 50000"/>
            </a:avLst>
          </a:prstGeom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470916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PC 안에서만 처리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5852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6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정보화담당관실  ·  직원 배포용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무엇인가요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9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어떤 프로그램인가요?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3840480"/>
          </a:xfrm>
          <a:prstGeom prst="roundRect">
            <a:avLst>
              <a:gd name="adj" fmla="val 1190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1031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오토캐드(AutoCAD) 같은 캐드 프로그램이 없어도, 인터넷 창(브라우저)만으로 도면 파일을 열어서 볼 수 있는 뷰어입니다.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그림을 ‘보는’ 용도이고, 도면을 고치는 기능은 없습니다.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4343400"/>
            <a:ext cx="457200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45262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형식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DWG · DXF · DWT  (R12 ~ 최신 2020)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· 해치 · 치수 · 문자까지 함께 표시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874520"/>
            <a:ext cx="475488" cy="475488"/>
          </a:xfrm>
          <a:prstGeom prst="ellipse">
            <a:avLst/>
          </a:prstGeom>
          <a:solidFill>
            <a:srgbClr val="F4F7FA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874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068312" y="1810512"/>
            <a:ext cx="4590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캐드 프로그램이 필요 없어요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오토캐드를 안 깔아도 도면을 볼 수 있어요.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55080" y="2834640"/>
            <a:ext cx="475488" cy="475488"/>
          </a:xfrm>
          <a:prstGeom prst="ellipse">
            <a:avLst/>
          </a:prstGeom>
          <a:solidFill>
            <a:srgbClr val="F4F7FA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2834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68312" y="2770632"/>
            <a:ext cx="4590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인터넷이 없어도 열려요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망이 끊긴 PC에서도 그대로 동작해요.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55080" y="3794760"/>
            <a:ext cx="475488" cy="475488"/>
          </a:xfrm>
          <a:prstGeom prst="ellipse">
            <a:avLst/>
          </a:prstGeom>
          <a:solidFill>
            <a:srgbClr val="F4F7FA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3794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068312" y="3730752"/>
            <a:ext cx="4590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도면이 밖으로 안 나가요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처리는 내 컴퓨터 안에서만 일어나요.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355080" y="4754880"/>
            <a:ext cx="475488" cy="475488"/>
          </a:xfrm>
          <a:prstGeom prst="ellipse">
            <a:avLst/>
          </a:prstGeom>
          <a:solidFill>
            <a:srgbClr val="F4F7FA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4754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068312" y="4690872"/>
            <a:ext cx="4590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 도구가 들어 있어요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확대·축소, 이동, 레이어 켜기/끄기, PDF 저장.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수 있는 파일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9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도면 파일을 열 수 있어요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312268" y="2057400"/>
            <a:ext cx="3611880" cy="2423160"/>
          </a:xfrm>
          <a:prstGeom prst="roundRect">
            <a:avLst>
              <a:gd name="adj" fmla="val 1887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12268" y="23774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239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DWG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1455268" y="3200400"/>
            <a:ext cx="13258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8028" y="3364992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오토캐드 기본 도면 파일. 가장 많이 쓰는 형식이에요.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89908" y="2057400"/>
            <a:ext cx="3611880" cy="2423160"/>
          </a:xfrm>
          <a:prstGeom prst="roundRect">
            <a:avLst>
              <a:gd name="adj" fmla="val 1887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89908" y="23774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239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DXF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5432908" y="3200400"/>
            <a:ext cx="13258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5668" y="3364992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프로그램끼리 도면을 주고받을 때 쓰는 형식이에요.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67548" y="2057400"/>
            <a:ext cx="3611880" cy="2423160"/>
          </a:xfrm>
          <a:prstGeom prst="roundRect">
            <a:avLst>
              <a:gd name="adj" fmla="val 1887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67548" y="23774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239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DWT</a:t>
            </a:r>
            <a:endParaRPr lang="en-US" sz="2900" dirty="0"/>
          </a:p>
        </p:txBody>
      </p:sp>
      <p:sp>
        <p:nvSpPr>
          <p:cNvPr id="14" name="Shape 12"/>
          <p:cNvSpPr/>
          <p:nvPr/>
        </p:nvSpPr>
        <p:spPr>
          <a:xfrm>
            <a:off x="9410548" y="3200400"/>
            <a:ext cx="13258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33308" y="3364992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 서식(템플릿) 파일이에요.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188720" y="4892040"/>
            <a:ext cx="9811512" cy="914400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63040" y="5001768"/>
            <a:ext cx="9262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6B54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R12부터 최신(2018 / 2019 / 2020) 형식까지 열립니다.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54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· 해치 · 치수 · 문자도 함께 표시돼요.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9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읽어주세요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 하나만 기억하세요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10515600" cy="2880360"/>
          </a:xfrm>
          <a:prstGeom prst="roundRect">
            <a:avLst>
              <a:gd name="adj" fmla="val 1587"/>
            </a:avLst>
          </a:prstGeom>
          <a:solidFill>
            <a:srgbClr val="17456B"/>
          </a:solidFill>
          <a:ln w="19050">
            <a:solidFill>
              <a:srgbClr val="F2B70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2560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파일을 그냥 두 번 클릭하면 DWG는 안 열려요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34290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“불러오기 실패”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라고 뜹니다. 브라우저 보안 정책 때문이에요.
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장의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[여는 방법 ①]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대로 열어주세요.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4480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— DXF 파일은 그냥 더블클릭으로도 대체로 잘 열립니다.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여는 방법 ①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9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런처로 열기  (이 방법을 추천해요)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475488" cy="475488"/>
          </a:xfrm>
          <a:prstGeom prst="ellipse">
            <a:avLst/>
          </a:prstGeom>
          <a:solidFill>
            <a:srgbClr val="1239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536192" y="1655064"/>
            <a:ext cx="9893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3개 파일을 같은 폴더에 둡니다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DWG_뷰어_단일파일.html  /  도면뷰어_열기.bat  /  viewer-server.ps1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475488" cy="475488"/>
          </a:xfrm>
          <a:prstGeom prst="ellipse">
            <a:avLst/>
          </a:prstGeom>
          <a:solidFill>
            <a:srgbClr val="1239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536192" y="2523744"/>
            <a:ext cx="9893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‘도면뷰어_열기.bat’ 을 두 번 클릭합니다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검은 창이 하나 뜨고, 잠시 뒤 브라우저에 뷰어 화면이 열립니다.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474720"/>
            <a:ext cx="475488" cy="475488"/>
          </a:xfrm>
          <a:prstGeom prst="ellipse">
            <a:avLst/>
          </a:prstGeom>
          <a:solidFill>
            <a:srgbClr val="1239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474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536192" y="3392424"/>
            <a:ext cx="9893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도면을 봅니다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즐겨찾기에 넣어두면 다음부터 편해요.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343400"/>
            <a:ext cx="475488" cy="475488"/>
          </a:xfrm>
          <a:prstGeom prst="ellipse">
            <a:avLst/>
          </a:prstGeom>
          <a:solidFill>
            <a:srgbClr val="1239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343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536192" y="4261104"/>
            <a:ext cx="9893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봤으면 검은 창을 닫습니다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창을 닫으면 프로그램이 종료됩니다.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39496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FDF3D6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5504688"/>
            <a:ext cx="10058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54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실행할 때 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6B54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“Windows의 PC 보호”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54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창이 뜨면  →  [추가 정보]  →  [실행]  을 누르세요.  관리자 권한은 필요 없어요.
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54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보안 정책으로 .bat 실행이 막히면 담당자에게 문의하세요.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여는 방법 ②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9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더블클릭  (DXF 파일만 볼 때)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DWG_뷰어_단일파일.html 을 두 번 클릭하면 뷰어 화면은 열립니다. 하지만 DWG 도면은 “불러오기 실패”가 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0"/>
            <a:ext cx="475488" cy="475488"/>
          </a:xfrm>
          <a:prstGeom prst="ellipse">
            <a:avLst/>
          </a:prstGeom>
          <a:solidFill>
            <a:srgbClr val="1239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3300984"/>
            <a:ext cx="5870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이럴 때만 쓰세요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DXF 파일 하나만 급하게 확인해야 하는데, 런처를 쓸 수 없을 때.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475488" cy="475488"/>
          </a:xfrm>
          <a:prstGeom prst="ellipse">
            <a:avLst/>
          </a:prstGeom>
          <a:solidFill>
            <a:srgbClr val="12395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343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536192" y="4261104"/>
            <a:ext cx="5870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밖에는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여는 방법 ①(런처)로 여세요. DWG는 이 방법으로만 열립니다.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01000" y="1965960"/>
            <a:ext cx="3566160" cy="3337560"/>
          </a:xfrm>
          <a:prstGeom prst="roundRect">
            <a:avLst>
              <a:gd name="adj" fmla="val 1370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01000" y="2286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더블클릭했을 때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2971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DXF</a:t>
            </a:r>
            <a:pPr indent="0" marL="0">
              <a:buNone/>
            </a:pPr>
            <a:r>
              <a:rPr lang="en-US" sz="1500" b="1" dirty="0">
                <a:solidFill>
                  <a:srgbClr val="2E7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열립니다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549640" y="3657600"/>
            <a:ext cx="24688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49640" y="3931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DWG</a:t>
            </a:r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안 열림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001000" y="4709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“불러오기 실패” 표시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9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 보는 법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475488" cy="475488"/>
          </a:xfrm>
          <a:prstGeom prst="ellipse">
            <a:avLst/>
          </a:prstGeom>
          <a:solidFill>
            <a:srgbClr val="F4F7FA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536192" y="1764792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열기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가운데에 파일을 끌어다 놓거나 “찾아보기” 클릭.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475488" cy="475488"/>
          </a:xfrm>
          <a:prstGeom prst="ellipse">
            <a:avLst/>
          </a:prstGeom>
          <a:solidFill>
            <a:srgbClr val="F4F7FA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788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36192" y="2724912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 · 축소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 휠을 위아래로 굴리세요.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475488" cy="475488"/>
          </a:xfrm>
          <a:prstGeom prst="ellipse">
            <a:avLst/>
          </a:prstGeom>
          <a:solidFill>
            <a:srgbClr val="F4F7FA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36192" y="3685032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화면을 마우스로 잡고 드래그하세요.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475488" cy="475488"/>
          </a:xfrm>
          <a:prstGeom prst="ellipse">
            <a:avLst/>
          </a:prstGeom>
          <a:solidFill>
            <a:srgbClr val="F4F7FA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22592" y="1764792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모음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툴바에서 레이어 켜기/끄기, 도면 정보, PDF·SVG 저장.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09360" y="2788920"/>
            <a:ext cx="475488" cy="475488"/>
          </a:xfrm>
          <a:prstGeom prst="ellipse">
            <a:avLst/>
          </a:prstGeom>
          <a:solidFill>
            <a:srgbClr val="F4F7FA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2788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022592" y="2724912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파일 열기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위 “열기” 버튼을 누르세요.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09360" y="3749040"/>
            <a:ext cx="475488" cy="475488"/>
          </a:xfrm>
          <a:prstGeom prst="ellipse">
            <a:avLst/>
          </a:prstGeom>
          <a:solidFill>
            <a:srgbClr val="F4F7FA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22592" y="3685032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도면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표시까지 10~30초 걸릴 수 있어요. 잠시 기다리세요.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22960" y="4800600"/>
            <a:ext cx="10835640" cy="868680"/>
          </a:xfrm>
          <a:prstGeom prst="roundRect">
            <a:avLst>
              <a:gd name="adj" fmla="val 6316"/>
            </a:avLst>
          </a:prstGeom>
          <a:solidFill>
            <a:srgbClr val="FDF3D6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97280" y="4910328"/>
            <a:ext cx="102870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6B54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브라우저는  Microsoft Edge  또는  Chrome  최신 버전을 쓰세요.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54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Internet Explorer 로는 열리지 않습니다.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해결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9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안 될 때 (자주 묻는 질문)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10561320" cy="1024128"/>
          </a:xfrm>
          <a:prstGeom prst="roundRect">
            <a:avLst>
              <a:gd name="adj" fmla="val 4464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847088"/>
            <a:ext cx="9418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“불러오기 실패” 라고 떠요
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여는 방법 ①(런처)로 다시 열어보세요. 그래도 안 되면 담당자에게 문의.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10561320" cy="1024128"/>
          </a:xfrm>
          <a:prstGeom prst="roundRect">
            <a:avLst>
              <a:gd name="adj" fmla="val 4464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990088"/>
            <a:ext cx="9418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.bat 파일이 실행되지 않아요
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보안 정책으로 막힌 경우예요. 담당자에게 문의하세요.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4023360"/>
            <a:ext cx="10561320" cy="1024128"/>
          </a:xfrm>
          <a:prstGeom prst="roundRect">
            <a:avLst>
              <a:gd name="adj" fmla="val 4464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4133088"/>
            <a:ext cx="9418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글자가 이상하게 보여요
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특수 글꼴이 쓰인 도면이에요. 글자만 기본 글꼴로 바뀌고 도형·치수는 정상입니다.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5166360"/>
            <a:ext cx="10561320" cy="1024128"/>
          </a:xfrm>
          <a:prstGeom prst="roundRect">
            <a:avLst>
              <a:gd name="adj" fmla="val 4464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5276088"/>
            <a:ext cx="9418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안 떠요 / 오래된 브라우저
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또는 Chrome 최신 버전으로 여세요. IE는 지원하지 않아요.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9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알아두면 좋은 점 · 문의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914400" y="2203704"/>
            <a:ext cx="146304" cy="146304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52728" y="2057400"/>
            <a:ext cx="5742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정확도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AutoCAD와 100% 똑같지는 않지만, 도면 확인용으로는 충분합니다.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914400" y="3346704"/>
            <a:ext cx="146304" cy="146304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52728" y="3200400"/>
            <a:ext cx="5742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글꼴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글꼴과 한글 SHX는 내장되어 오프라인에서도 보입니다. 특수·중국어 대용량 글꼴은 기본 글꼴로 대체될 수 있어요(도형은 정상).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14400" y="4764024"/>
            <a:ext cx="146304" cy="146304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52728" y="4617720"/>
            <a:ext cx="5742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파일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 MB 도면은 변환에 시간이 걸리고 메모리를 많이 씁니다.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452360" y="2011680"/>
            <a:ext cx="3931920" cy="3794760"/>
          </a:xfrm>
          <a:prstGeom prst="roundRect">
            <a:avLst>
              <a:gd name="adj" fmla="val 1205"/>
            </a:avLst>
          </a:prstGeom>
          <a:solidFill>
            <a:srgbClr val="17456B"/>
          </a:solidFill>
          <a:ln w="12700">
            <a:solidFill>
              <a:srgbClr val="3E64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0" y="2286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요청 · 문의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788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정보화담당관실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jhoh9505@unikorea.go.kr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0" y="3977640"/>
            <a:ext cx="3291840" cy="0"/>
          </a:xfrm>
          <a:prstGeom prst="line">
            <a:avLst/>
          </a:prstGeom>
          <a:noFill/>
          <a:ln w="9525">
            <a:solidFill>
              <a:srgbClr val="3E648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0" y="4160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452628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뷰어에는 LibreDWG(GPL-3.0) 기반 DWG 파서가 들어 있습니다. 사내 배포 시 받는 사람이 요청하면 관련 소스 코드를 제공해야 합니다. 자세한 내용은 THIRD-PARTY-NOTICES 문서를 보세요.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DWG 도면 뷰어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도면 뷰어 사용 안내서</dc:title>
  <dc:subject>PptxGenJS Presentation</dc:subject>
  <dc:creator>정보화담당관실</dc:creator>
  <cp:lastModifiedBy>정보화담당관실</cp:lastModifiedBy>
  <cp:revision>1</cp:revision>
  <dcterms:created xsi:type="dcterms:W3CDTF">2026-09-04T02:28:22Z</dcterms:created>
  <dcterms:modified xsi:type="dcterms:W3CDTF">2026-09-04T02:28:22Z</dcterms:modified>
</cp:coreProperties>
</file>